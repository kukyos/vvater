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/>
              <a:t>Problem Statement ID: 26067</a:t>
            </a:r>
            <a:endParaRPr lang="en-US" dirty="0"/>
          </a:p>
          <a:p>
            <a:r>
              <a:rPr sz="1300"/>
              <a:t>Problem Statement Title: Develop a web-based interactive 3D visualization platform that integrates numerical ocean model outputs and in-situ observations.</a:t>
            </a:r>
          </a:p>
          <a:p>
            <a:r>
              <a:rPr sz="1600"/>
              <a:t>Theme: Disaster Management</a:t>
            </a:r>
          </a:p>
          <a:p>
            <a:r>
              <a:rPr sz="1600"/>
              <a:t>PS Category: Software</a:t>
            </a:r>
          </a:p>
          <a:p>
            <a:r>
              <a:rPr sz="1600"/>
              <a:t>Team ID:</a:t>
            </a:r>
          </a:p>
          <a:p>
            <a:r>
              <a:rPr sz="1600"/>
              <a:t>Team Name: VVater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VVater: Ocean in 3D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VVater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body-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169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VVater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body-techn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169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VVater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body-feasi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1695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VVater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body-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1695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VVater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body-refere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1695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