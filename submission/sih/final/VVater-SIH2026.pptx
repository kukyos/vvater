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1">
                <a:solidFill>
                  <a:srgbClr val="000000"/>
                </a:solidFill>
                <a:latin typeface="Arial"/>
              </a:rPr>
              <a:t>Problem Statement ID - SIH26067</a:t>
            </a:r>
            <a:endParaRPr lang="en-US" dirty="0"/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1">
                <a:solidFill>
                  <a:srgbClr val="000000"/>
                </a:solidFill>
                <a:latin typeface="Arial"/>
              </a:rPr>
              <a:t>Problem Statement Title - Develop a web-based interactive 3D visualization platform that integrates numerical ocean model outputs and in-situ observations.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1">
                <a:solidFill>
                  <a:srgbClr val="000000"/>
                </a:solidFill>
                <a:latin typeface="Arial"/>
              </a:rPr>
              <a:t>Theme - Disaster Management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1">
                <a:solidFill>
                  <a:srgbClr val="000000"/>
                </a:solidFill>
                <a:latin typeface="Arial"/>
              </a:rPr>
              <a:t>PS Category - Software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1">
                <a:solidFill>
                  <a:srgbClr val="000000"/>
                </a:solidFill>
                <a:latin typeface="Arial"/>
              </a:rPr>
              <a:t>Team ID - K26125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1">
                <a:solidFill>
                  <a:srgbClr val="000000"/>
                </a:solidFill>
                <a:latin typeface="Arial"/>
              </a:rPr>
              <a:t>Team Name - Team Null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VVater: Ocean in 3D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034" y="252246"/>
            <a:ext cx="807334" cy="807334"/>
          </a:xfrm>
          <a:prstGeom prst="rect">
            <a:avLst/>
          </a:prstGeom>
        </p:spPr>
      </p:pic>
      <p:pic>
        <p:nvPicPr>
          <p:cNvPr id="15364" name="Picture 15363" descr="body-sol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034" y="252246"/>
            <a:ext cx="807334" cy="807334"/>
          </a:xfrm>
          <a:prstGeom prst="rect">
            <a:avLst/>
          </a:prstGeom>
        </p:spPr>
      </p:pic>
      <p:pic>
        <p:nvPicPr>
          <p:cNvPr id="17412" name="Picture 17411" descr="body-techni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034" y="252246"/>
            <a:ext cx="807334" cy="807334"/>
          </a:xfrm>
          <a:prstGeom prst="rect">
            <a:avLst/>
          </a:prstGeom>
        </p:spPr>
      </p:pic>
      <p:pic>
        <p:nvPicPr>
          <p:cNvPr id="17412" name="Picture 17411" descr="body-feasi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034" y="252246"/>
            <a:ext cx="807334" cy="807334"/>
          </a:xfrm>
          <a:prstGeom prst="rect">
            <a:avLst/>
          </a:prstGeom>
        </p:spPr>
      </p:pic>
      <p:pic>
        <p:nvPicPr>
          <p:cNvPr id="17412" name="Picture 17411" descr="body-imp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034" y="252246"/>
            <a:ext cx="807334" cy="807334"/>
          </a:xfrm>
          <a:prstGeom prst="rect">
            <a:avLst/>
          </a:prstGeom>
        </p:spPr>
      </p:pic>
      <p:pic>
        <p:nvPicPr>
          <p:cNvPr id="17412" name="Picture 17411" descr="body-referen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