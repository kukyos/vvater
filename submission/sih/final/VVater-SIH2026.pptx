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sz="1600"/>
              <a:t>Problem Statement ID: 26067</a:t>
            </a:r>
            <a:endParaRPr lang="en-US" dirty="0"/>
          </a:p>
          <a:p>
            <a:r>
              <a:rPr sz="1300"/>
              <a:t>Problem Statement Title: Develop a web-based interactive 3D visualization platform that integrates numerical ocean model outputs and in-situ observations.</a:t>
            </a:r>
          </a:p>
          <a:p>
            <a:r>
              <a:rPr sz="1600"/>
              <a:t>Theme: Disaster Management</a:t>
            </a:r>
          </a:p>
          <a:p>
            <a:r>
              <a:rPr sz="1600"/>
              <a:t>PS Category: Software</a:t>
            </a:r>
          </a:p>
          <a:p>
            <a:r>
              <a:rPr sz="1600"/>
              <a:t>Team ID:</a:t>
            </a:r>
          </a:p>
          <a:p>
            <a:r>
              <a:rPr sz="1600"/>
              <a:t>Team Name: VVater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20040" y="3730752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/>
              <a:t>The ocean model and every float and glider in one 3D scene, in a browser — and where they disagree.</a:t>
            </a:r>
          </a:p>
        </p:txBody>
      </p:sp>
      <p:pic>
        <p:nvPicPr>
          <p:cNvPr id="39" name="Picture 38" descr="shot-workspa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4315968"/>
            <a:ext cx="4259072" cy="239572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VVater: Ocean in 3D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VVater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5362" name="Picture 15361" descr="body-solu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43000"/>
            <a:ext cx="12191695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VVater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body-technic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43000"/>
            <a:ext cx="12191695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VVater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body-feasi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43000"/>
            <a:ext cx="12191695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VVater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body-imp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43000"/>
            <a:ext cx="12191695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VVater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body-referen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143000"/>
            <a:ext cx="12191695" cy="5212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